
<file path=[Content_Types].xml><?xml version="1.0" encoding="utf-8"?>
<Types xmlns="http://schemas.openxmlformats.org/package/2006/content-types"/>
</file>

<file path=ppt/slides/slide1.xml><?xml version="1.0" encoding="utf-8"?>
<p:sld xmlns:p="p" xmlns:a="a">
  <p:cSld>
    <p:spTree>
      <a:t>本机测试演示第1页</a:t>
    </p:spTree>
  </p:cSld>
</p:sld>
</file>

<file path=ppt/slides/slide2.xml><?xml version="1.0" encoding="utf-8"?>
<p:sld xmlns:p="p" xmlns:a="a">
  <p:cSld>
    <p:spTree>
      <a:t>本机测试演示第2页</a:t>
    </p:spTree>
  </p:cSld>
</p:sld>
</file>